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0:00–4:00 · Full script: docs/presentation/live-script.pdf
Opening frame: most developers use Codex as a chat box that happens to sit in a terminal. This session is the configuration layer underneath it: what the agent is allowed to touch, what it reads first, and where the work runs.
Who it's for: you've installed Codex and asked it to fix a bug, you approve every prompt by hand, you've heard of AGENTS.md but never checked it's read, and you're not sure when to use the cloud. Nobody needs to have written a config file.
Read the four take-aways out loud.
DEMO 0 (3:00–4:00): run npm run test:run, 12 pass. Open 'Backfill release checklist' in the browser, the board white-screens. Line: 'Green tests, broken app. That's the repository we're about to hand to an agent. How much should it be allowed to touch?'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4:00–8:00, then DEMO 1 8:00–15:00
Two independent questions. Rows: what can it touch? Columns: when it wants to cross a line, who answers? You (on-request), a reviewer agent (auto-review, --approve-for-me), or nobody (never).
Say it twice: sandbox is blast radius, approval is interruptions. A tight sandbox with 'never' is still safe. A loose sandbox with 'never' is not.
Be honest that most of the nine aren't worth using. Counting to nine and finding three worth using is the lesson; the skill is choosing, not memorising.
If asked: 'untrusted' is deprecated in current Codex; use on-request.
DEMO 1: (1) read-only + never, ask for the crash fix, it can't write. (2) /permissions → 1. Ask for approval (workspace-write + on-request), it fixes and tests with no prompts. (3) ask it to run npm view react version, it asks you. (4) /permissions → 2. Approve for me (same as --approve-for-me), same request, a reviewer agent answers. Name danger-full-access + never (--yolo), don't run it. Recovery: Ctrl+C, git reset --hard origin/demo/needs-work.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15:00–18:00, then DEMO 2 18:00–22:00
It's the file the agent reads before your prompt. Codex reads AGENTS.md from the git root down to the folder you started in and joins them in that order. A file in a folder below where you started isn't loaded. That's the 'my AGENTS.md is being ignored' report juniors won't diagnose on their own. Check discovery before you debug the content.
What belongs: exact commands, conventions you can't see from the code, folders to leave alone, what done means. Not a README rewrite or a pasted style guide. Treat it as a prompt you refine over weeks, not documentation you write once.
DEMO 2: show the root AGENTS.md beside docs/presentation/examples/AGENTS.bloated.md on GitHub (the tight one produces better results, which surprises people). Start codex at the root and ask it to list its instructions without opening files: nothing about components. Quit, cd src/components, same prompt: the component rules appear, including 'Component rules loaded.'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22:00–24:00, then DEMO 3 24:00–31:00
One agent, three surfaces. The judgment call: offload work that is well specified and slow; keep work that needs your eyes, local state, or fast iteration. Ask the room what they'd offload. Good answers: dependency bumps, test backfill, mechanical refactors.
Two phases: setup runs your script with internet and secrets; secrets are removed; the agent phase has no network by default, but environment variables remain. So install dependencies in setup, not in the task. This is the highest-value slide for anyone who's hit a confusing cloud failure; budget an extra minute for questions.
Failure mode to name: offloading work that needed your local database.
DEMO 3: create a new environment live (sprintboard-live: repository sprintboard-webinar, branch demo/needs-work, Node 22, setup script npm ci, agent internet off). Start Task A first (fix the crash + missing regression test) and leave it running. Start Task B (run npm view react version): it fails with a network error. Line: 'Task B didn't break. It's working exactly as configured.'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31:00–32:30, then DEMO 4 32:30–35:00 (Task A decision at 32:30), then questions 35:00–40:00
Codex reviews pull requests and follows the Code Review Rules in AGENTS.md, automatically or when you comment @codex review. Run it before a human sees the branch. Emphasise critical reading: the failure mode for juniors is accepting every suggestion, which is how you get worse code with more confidence.
Model lanes: Luna for mechanical work, Terra for everyday repository work, Sol for debugging and ambiguity, Astra for long multi-tool work. Don't read version numbers aloud; they date the recording. Profiles are files in ~/.codex, selected with codex -p.
Failure modes: trusting an agent's own claim that the tests pass (point at the CI check), and one long thread doing four unrelated tasks (every demo today started fresh).
DEMO 4: create the pull request from Task A against demo/needs-work; the automatic review posts (or comment @codex review); read one finding aloud and say whether you agree. If it only leaves a thumbs-up, explain why the diff passes the blocking rules and point at the CI check. If time: codex -p fast for a mechanical rename.
Close: 'Configure the leash once, and the agent stops needing supervision for the boring 80%.'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6375" y="574315"/>
            <a:ext cx="21123" cy="21123"/>
          </a:xfrm>
          <a:prstGeom prst="ellipse">
            <a:avLst/>
          </a:prstGeom>
          <a:solidFill>
            <a:srgbClr val="FFB547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37891" y="6635712"/>
            <a:ext cx="20642" cy="20642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85181" y="358495"/>
            <a:ext cx="26242" cy="26242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339966" y="592234"/>
            <a:ext cx="39270" cy="39270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35046" y="6616629"/>
            <a:ext cx="44662" cy="44662"/>
          </a:xfrm>
          <a:prstGeom prst="ellipse">
            <a:avLst/>
          </a:prstGeom>
          <a:solidFill>
            <a:srgbClr val="FFB547">
              <a:alpha val="2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0836" y="562826"/>
            <a:ext cx="46633" cy="46633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544937" y="780057"/>
            <a:ext cx="40126" cy="40126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21345" y="6215499"/>
            <a:ext cx="57492" cy="57492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3459" y="6230458"/>
            <a:ext cx="51732" cy="51732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32095" y="351352"/>
            <a:ext cx="42179" cy="42179"/>
          </a:xfrm>
          <a:prstGeom prst="ellipse">
            <a:avLst/>
          </a:prstGeom>
          <a:solidFill>
            <a:srgbClr val="FFB547">
              <a:alpha val="3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56305" y="759047"/>
            <a:ext cx="36398" cy="36398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82981" y="6401068"/>
            <a:ext cx="56836" cy="56836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6267" y="1308711"/>
            <a:ext cx="34457" cy="3445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20499" y="414111"/>
            <a:ext cx="25956" cy="25956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4587752" y="261644"/>
            <a:ext cx="38877" cy="38877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6975" y="6315983"/>
            <a:ext cx="49885" cy="49885"/>
          </a:xfrm>
          <a:prstGeom prst="ellipse">
            <a:avLst/>
          </a:prstGeom>
          <a:solidFill>
            <a:srgbClr val="C8D2E8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37092" y="6607573"/>
            <a:ext cx="21262" cy="21262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94463" y="6369189"/>
            <a:ext cx="54669" cy="54669"/>
          </a:xfrm>
          <a:prstGeom prst="ellipse">
            <a:avLst/>
          </a:prstGeom>
          <a:solidFill>
            <a:srgbClr val="C8D2E8">
              <a:alpha val="1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327789" y="495024"/>
            <a:ext cx="46358" cy="46358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569312" y="336823"/>
            <a:ext cx="50573" cy="50573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10489" y="201949"/>
            <a:ext cx="56450" cy="5645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9401" y="406163"/>
            <a:ext cx="28406" cy="28406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947865" y="195830"/>
            <a:ext cx="33168" cy="33168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242766" y="6406221"/>
            <a:ext cx="55013" cy="55013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3718" y="1258138"/>
            <a:ext cx="38668" cy="38668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290147" y="6248195"/>
            <a:ext cx="27331" cy="27331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362530" y="477477"/>
            <a:ext cx="37052" cy="37052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928286" y="248068"/>
            <a:ext cx="38350" cy="38350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931276" y="574996"/>
            <a:ext cx="38465" cy="38465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70559" y="6286500"/>
            <a:ext cx="28177" cy="28177"/>
          </a:xfrm>
          <a:prstGeom prst="ellipse">
            <a:avLst/>
          </a:prstGeom>
          <a:solidFill>
            <a:srgbClr val="C8D2E8">
              <a:alpha val="3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961086" y="6666119"/>
            <a:ext cx="46273" cy="46273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750638" y="6438132"/>
            <a:ext cx="45991" cy="45991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3808" y="5635152"/>
            <a:ext cx="53028" cy="53028"/>
          </a:xfrm>
          <a:prstGeom prst="ellipse">
            <a:avLst/>
          </a:prstGeom>
          <a:solidFill>
            <a:srgbClr val="FFB547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93809" y="6253142"/>
            <a:ext cx="50907" cy="50907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454904" y="659177"/>
            <a:ext cx="26586" cy="26586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827594" y="6653747"/>
            <a:ext cx="31200" cy="31200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1461320" y="281893"/>
            <a:ext cx="27378" cy="27378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90473" y="5506711"/>
            <a:ext cx="43093" cy="43093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365592" y="299938"/>
            <a:ext cx="46479" cy="46479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403018" y="6587764"/>
            <a:ext cx="18857" cy="1885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117101" y="678674"/>
            <a:ext cx="35730" cy="35730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36894" y="4857665"/>
            <a:ext cx="52538" cy="52538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968779" y="313432"/>
            <a:ext cx="54299" cy="54299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070666" y="186827"/>
            <a:ext cx="29567" cy="29567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78040" y="1051560"/>
            <a:ext cx="4754880" cy="4754880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A78BFA">
                <a:alpha val="3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0" y="1645920"/>
            <a:ext cx="3566160" cy="3566160"/>
          </a:xfrm>
          <a:prstGeom prst="ellipse">
            <a:avLst/>
          </a:prstGeom>
          <a:solidFill>
            <a:srgbClr val="0B1026">
              <a:alpha val="0"/>
            </a:srgbClr>
          </a:solidFill>
          <a:ln w="12700">
            <a:solidFill>
              <a:srgbClr val="C8D2E8">
                <a:alpha val="2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348472" y="2221992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281160" y="2221992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213848" y="2221992"/>
            <a:ext cx="548640" cy="548640"/>
          </a:xfrm>
          <a:prstGeom prst="ellipse">
            <a:avLst/>
          </a:prstGeom>
          <a:solidFill>
            <a:srgbClr val="4FD1A5">
              <a:alpha val="7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293608" y="3099816"/>
            <a:ext cx="658368" cy="65836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Shape 50"/>
          <p:cNvSpPr/>
          <p:nvPr/>
        </p:nvSpPr>
        <p:spPr>
          <a:xfrm>
            <a:off x="9281160" y="3154680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13848" y="3154680"/>
            <a:ext cx="548640" cy="548640"/>
          </a:xfrm>
          <a:prstGeom prst="ellipse">
            <a:avLst/>
          </a:prstGeom>
          <a:solidFill>
            <a:srgbClr val="4FD1A5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48472" y="4087368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1160" y="4087368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213848" y="4087368"/>
            <a:ext cx="548640" cy="548640"/>
          </a:xfrm>
          <a:prstGeom prst="ellipse">
            <a:avLst/>
          </a:prstGeom>
          <a:solidFill>
            <a:srgbClr val="FF6B6B">
              <a:alpha val="20000"/>
            </a:srgbClr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8640" y="6858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· A 40-MINUTE GUIDE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1005840"/>
            <a:ext cx="6492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Ways to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 Agent</a:t>
            </a:r>
            <a:endParaRPr lang="en-US" sz="52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28346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Sandboxes, AGENTS.md, and cloud tasks</a:t>
            </a:r>
            <a:endParaRPr lang="en-US" sz="22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33375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run Codex. You haven't configured it.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LEAVE WITH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66928" y="4544568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8680" y="44348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 and approval default you can defend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66928" y="4928616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8680" y="48188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AGENTS.md that Codex actually reads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566928" y="5312664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68680" y="5202936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for choosing local or cloud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566928" y="5696712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68680" y="55869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habit for your own pull requests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4618" y="577183"/>
            <a:ext cx="41400" cy="4140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945413" y="675124"/>
            <a:ext cx="35356" cy="35356"/>
          </a:xfrm>
          <a:prstGeom prst="ellipse">
            <a:avLst/>
          </a:prstGeom>
          <a:solidFill>
            <a:srgbClr val="FFB547">
              <a:alpha val="2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09522" y="448091"/>
            <a:ext cx="40048" cy="40048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87647" y="531217"/>
            <a:ext cx="34139" cy="34139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24547" y="2317912"/>
            <a:ext cx="56028" cy="56028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202199" y="391205"/>
            <a:ext cx="57146" cy="57146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34100" y="237206"/>
            <a:ext cx="43436" cy="43436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187762" y="1190793"/>
            <a:ext cx="53481" cy="53481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44051" y="6091806"/>
            <a:ext cx="28872" cy="28872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183969" y="1389099"/>
            <a:ext cx="20251" cy="20251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1719" y="861161"/>
            <a:ext cx="19830" cy="19830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475905" y="859405"/>
            <a:ext cx="37614" cy="37614"/>
          </a:xfrm>
          <a:prstGeom prst="ellipse">
            <a:avLst/>
          </a:prstGeom>
          <a:solidFill>
            <a:srgbClr val="C8D2E8">
              <a:alpha val="3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430921" y="879902"/>
            <a:ext cx="47051" cy="47051"/>
          </a:xfrm>
          <a:prstGeom prst="ellipse">
            <a:avLst/>
          </a:prstGeom>
          <a:solidFill>
            <a:srgbClr val="C8D2E8">
              <a:alpha val="17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939674" y="212142"/>
            <a:ext cx="26982" cy="26982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238104" y="1697496"/>
            <a:ext cx="46879" cy="46879"/>
          </a:xfrm>
          <a:prstGeom prst="ellipse">
            <a:avLst/>
          </a:prstGeom>
          <a:solidFill>
            <a:srgbClr val="C8D2E8">
              <a:alpha val="3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72404" y="6607213"/>
            <a:ext cx="57427" cy="57427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152591" y="1504220"/>
            <a:ext cx="52091" cy="52091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874462" y="4715511"/>
            <a:ext cx="56048" cy="56048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39940" y="1693038"/>
            <a:ext cx="33563" cy="33563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43075" y="6633612"/>
            <a:ext cx="42451" cy="42451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95435" y="4942039"/>
            <a:ext cx="35090" cy="35090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4665" y="6377155"/>
            <a:ext cx="31809" cy="31809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0391" y="1670330"/>
            <a:ext cx="54342" cy="54342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381151" y="1184593"/>
            <a:ext cx="46146" cy="46146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921141" y="1731536"/>
            <a:ext cx="51264" cy="51264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326781" y="757543"/>
            <a:ext cx="50232" cy="50232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64648" y="1484188"/>
            <a:ext cx="28224" cy="28224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362026" y="1381364"/>
            <a:ext cx="39742" cy="39742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2882" y="3735174"/>
            <a:ext cx="28570" cy="2857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× APPROVAL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combinations. Three you'll use.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is blast radius. Approval is interruptions. They're independent.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↓   APPROVAL →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01752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on-request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answer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85216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auto-review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agent answers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68680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68680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asked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498080" y="1947672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A78BFA">
              <a:alpha val="2200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98080" y="19476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28986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3227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don't touch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39959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workspace-write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3251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inside the project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0932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danger-full-access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4223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boundary at all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7180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0" name="Shape 48"/>
          <p:cNvSpPr/>
          <p:nvPr/>
        </p:nvSpPr>
        <p:spPr>
          <a:xfrm>
            <a:off x="580644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1" name="Shape 49"/>
          <p:cNvSpPr/>
          <p:nvPr/>
        </p:nvSpPr>
        <p:spPr>
          <a:xfrm>
            <a:off x="864108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>
              <a:alpha val="20000"/>
            </a:srgbClr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842248" y="28803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codebase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842248" y="3227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prompts, no risk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7180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172968" y="3977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default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3172968" y="43251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sane starting point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580644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8" name="Shape 56"/>
          <p:cNvSpPr/>
          <p:nvPr/>
        </p:nvSpPr>
        <p:spPr>
          <a:xfrm>
            <a:off x="864108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>
              <a:alpha val="20000"/>
            </a:srgbClr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842248" y="3977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Unattended runs</a:t>
            </a:r>
            <a:endParaRPr lang="en-US" sz="1800" dirty="0"/>
          </a:p>
        </p:txBody>
      </p:sp>
      <p:sp>
        <p:nvSpPr>
          <p:cNvPr id="60" name="Text 58"/>
          <p:cNvSpPr txBox="1"/>
          <p:nvPr/>
        </p:nvSpPr>
        <p:spPr>
          <a:xfrm>
            <a:off x="8842248" y="43251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isolated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97180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62" name="Shape 60"/>
          <p:cNvSpPr/>
          <p:nvPr/>
        </p:nvSpPr>
        <p:spPr>
          <a:xfrm>
            <a:off x="580644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63" name="Shape 61"/>
          <p:cNvSpPr/>
          <p:nvPr/>
        </p:nvSpPr>
        <p:spPr>
          <a:xfrm>
            <a:off x="864108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FF6B6B">
              <a:alpha val="18000"/>
            </a:srgbClr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842248" y="50749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brakes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8842248" y="54223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to avoid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05332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is deprecated: use on-request.   Switch live with /permissions.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and approvals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90382" y="6636289"/>
            <a:ext cx="43489" cy="43489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47508" y="2130574"/>
            <a:ext cx="31776" cy="31776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158433" y="6244162"/>
            <a:ext cx="53980" cy="53980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77073" y="433427"/>
            <a:ext cx="28105" cy="28105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29601" y="376786"/>
            <a:ext cx="58326" cy="58326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121812" y="6324549"/>
            <a:ext cx="22660" cy="2266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10168" y="6614631"/>
            <a:ext cx="47075" cy="47075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177716" y="1768030"/>
            <a:ext cx="24044" cy="24044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609954" y="6510087"/>
            <a:ext cx="43308" cy="43308"/>
          </a:xfrm>
          <a:prstGeom prst="ellipse">
            <a:avLst/>
          </a:prstGeom>
          <a:solidFill>
            <a:srgbClr val="FFB547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05855" y="5300396"/>
            <a:ext cx="44473" cy="44473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40238" y="6291946"/>
            <a:ext cx="19000" cy="19000"/>
          </a:xfrm>
          <a:prstGeom prst="ellipse">
            <a:avLst/>
          </a:prstGeom>
          <a:solidFill>
            <a:srgbClr val="C8D2E8">
              <a:alpha val="4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148038" y="6440610"/>
            <a:ext cx="38860" cy="38860"/>
          </a:xfrm>
          <a:prstGeom prst="ellipse">
            <a:avLst/>
          </a:prstGeom>
          <a:solidFill>
            <a:srgbClr val="FFB54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650226" y="1754720"/>
            <a:ext cx="55474" cy="55474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10917" y="1584340"/>
            <a:ext cx="18648" cy="18648"/>
          </a:xfrm>
          <a:prstGeom prst="ellipse">
            <a:avLst/>
          </a:prstGeom>
          <a:solidFill>
            <a:srgbClr val="FFB547">
              <a:alpha val="3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329489" y="6222644"/>
            <a:ext cx="19267" cy="19267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297173" y="6670834"/>
            <a:ext cx="39407" cy="39407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31270" y="6624968"/>
            <a:ext cx="50827" cy="50827"/>
          </a:xfrm>
          <a:prstGeom prst="ellipse">
            <a:avLst/>
          </a:prstGeom>
          <a:solidFill>
            <a:srgbClr val="C8D2E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986649" y="6381694"/>
            <a:ext cx="33641" cy="33641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305359" y="1190773"/>
            <a:ext cx="56787" cy="56787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713329" y="6219926"/>
            <a:ext cx="26733" cy="26733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287954" y="6166700"/>
            <a:ext cx="18408" cy="18408"/>
          </a:xfrm>
          <a:prstGeom prst="ellipse">
            <a:avLst/>
          </a:prstGeom>
          <a:solidFill>
            <a:srgbClr val="FFB547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179687" y="6625258"/>
            <a:ext cx="44532" cy="44532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08096" y="6648255"/>
            <a:ext cx="52397" cy="5239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13731" y="1165931"/>
            <a:ext cx="30788" cy="30788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is read before your prompt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loads it from the git root down to the folder you started in.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2011680"/>
            <a:ext cx="5577840" cy="3017520"/>
          </a:xfrm>
          <a:prstGeom prst="roundRect">
            <a:avLst>
              <a:gd name="adj" fmla="val 4242"/>
            </a:avLst>
          </a:prstGeom>
          <a:solidFill>
            <a:srgbClr val="141B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2176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files load?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61188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root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 components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2697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sprintboard-webinar/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31546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AGENTS.md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657600" y="31729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657600" y="3172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31729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46320" y="3172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36118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src/components/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0690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AGENTS.md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3657600" y="40873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F6B6B">
              <a:alpha val="2200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65760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loaded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40873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455371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closer to where you started are added later, so they win.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5212080"/>
            <a:ext cx="5577840" cy="713232"/>
          </a:xfrm>
          <a:prstGeom prst="roundRect">
            <a:avLst>
              <a:gd name="adj" fmla="val 17949"/>
            </a:avLst>
          </a:prstGeom>
          <a:solidFill>
            <a:srgbClr val="1B2449"/>
          </a:solidFill>
          <a:ln/>
        </p:spPr>
      </p:sp>
      <p:sp>
        <p:nvSpPr>
          <p:cNvPr id="47" name="Shape 45"/>
          <p:cNvSpPr/>
          <p:nvPr/>
        </p:nvSpPr>
        <p:spPr>
          <a:xfrm>
            <a:off x="777240" y="5477256"/>
            <a:ext cx="182880" cy="18288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97280" y="521208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AGENTS.md is being ignored.”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discovery before you debug the content.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400800" y="2011680"/>
            <a:ext cx="5239512" cy="2103120"/>
          </a:xfrm>
          <a:prstGeom prst="roundRect">
            <a:avLst>
              <a:gd name="adj" fmla="val 6087"/>
            </a:avLst>
          </a:prstGeom>
          <a:solidFill>
            <a:srgbClr val="141B3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29400" y="2148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656832" y="267919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03720" y="25786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commands: tests, lint, types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656832" y="304495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903720" y="294436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the code doesn't show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656832" y="341071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903720" y="33101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Folders to leave alone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6656832" y="377647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3720" y="36758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“done” means here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400800" y="4251960"/>
            <a:ext cx="5239512" cy="1463040"/>
          </a:xfrm>
          <a:prstGeom prst="roundRect">
            <a:avLst>
              <a:gd name="adj" fmla="val 8750"/>
            </a:avLst>
          </a:prstGeom>
          <a:solidFill>
            <a:srgbClr val="141B3A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629400" y="4389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</a:t>
            </a:r>
            <a:endParaRPr lang="en-US" sz="1700" dirty="0"/>
          </a:p>
        </p:txBody>
      </p:sp>
      <p:sp>
        <p:nvSpPr>
          <p:cNvPr id="61" name="Shape 59"/>
          <p:cNvSpPr/>
          <p:nvPr/>
        </p:nvSpPr>
        <p:spPr>
          <a:xfrm>
            <a:off x="6656832" y="4892040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03720" y="4800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 of your README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656832" y="5184648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903720" y="5093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whole style guide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656832" y="5477256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903720" y="53858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careful”, with nothing to check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8841" y="1285506"/>
            <a:ext cx="43968" cy="43968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8115" y="435297"/>
            <a:ext cx="44658" cy="44658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27948" y="6251825"/>
            <a:ext cx="56331" cy="56331"/>
          </a:xfrm>
          <a:prstGeom prst="ellipse">
            <a:avLst/>
          </a:prstGeom>
          <a:solidFill>
            <a:srgbClr val="FFB547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82617" y="3669489"/>
            <a:ext cx="37149" cy="37149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47644" y="1658029"/>
            <a:ext cx="23989" cy="23989"/>
          </a:xfrm>
          <a:prstGeom prst="ellipse">
            <a:avLst/>
          </a:prstGeom>
          <a:solidFill>
            <a:srgbClr val="FFB547">
              <a:alpha val="27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85025" y="1434015"/>
            <a:ext cx="36039" cy="36039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82589" y="6641472"/>
            <a:ext cx="25944" cy="25944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895737" y="6626832"/>
            <a:ext cx="47076" cy="47076"/>
          </a:xfrm>
          <a:prstGeom prst="ellipse">
            <a:avLst/>
          </a:prstGeom>
          <a:solidFill>
            <a:srgbClr val="C8D2E8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188883" y="984289"/>
            <a:ext cx="37002" cy="37002"/>
          </a:xfrm>
          <a:prstGeom prst="ellipse">
            <a:avLst/>
          </a:prstGeom>
          <a:solidFill>
            <a:srgbClr val="FFB547">
              <a:alpha val="1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66119" y="1136650"/>
            <a:ext cx="23523" cy="23523"/>
          </a:xfrm>
          <a:prstGeom prst="ellipse">
            <a:avLst/>
          </a:prstGeom>
          <a:solidFill>
            <a:srgbClr val="C8D2E8">
              <a:alpha val="1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3978" y="3616792"/>
            <a:ext cx="32959" cy="32959"/>
          </a:xfrm>
          <a:prstGeom prst="ellipse">
            <a:avLst/>
          </a:prstGeom>
          <a:solidFill>
            <a:srgbClr val="FFB547">
              <a:alpha val="3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702606" y="1448484"/>
            <a:ext cx="46363" cy="46363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917366" y="4424125"/>
            <a:ext cx="26308" cy="26308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13052" y="529793"/>
            <a:ext cx="58712" cy="58712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8004" y="6486425"/>
            <a:ext cx="36895" cy="36895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381532" y="1068885"/>
            <a:ext cx="30623" cy="30623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5277" y="5175078"/>
            <a:ext cx="22554" cy="22554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11310" y="1306413"/>
            <a:ext cx="36150" cy="36150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337593" y="6494755"/>
            <a:ext cx="39400" cy="39400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64373" y="6465200"/>
            <a:ext cx="54910" cy="54910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836078" y="208534"/>
            <a:ext cx="54330" cy="54330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what's slow and well-specified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three surfaces, and a cloud that works in two phases.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777240" y="2240280"/>
            <a:ext cx="530352" cy="530352"/>
          </a:xfrm>
          <a:prstGeom prst="ellipse">
            <a:avLst/>
          </a:prstGeom>
          <a:solidFill>
            <a:srgbClr val="4FD1A5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D1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444752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and app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Local. You watch it work.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work that needs your eyes, local state, or fast iteration.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334256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33" name="Shape 31"/>
          <p:cNvSpPr/>
          <p:nvPr/>
        </p:nvSpPr>
        <p:spPr>
          <a:xfrm>
            <a:off x="4562856" y="2240280"/>
            <a:ext cx="530352" cy="530352"/>
          </a:xfrm>
          <a:prstGeom prst="ellipse">
            <a:avLst/>
          </a:prstGeom>
          <a:solidFill>
            <a:srgbClr val="A78BFA">
              <a:alpha val="22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562856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230368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tasks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4562856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your machine, several at once.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62856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dependency bumps, test backfill, mechanical refactors.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19872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39" name="Shape 37"/>
          <p:cNvSpPr/>
          <p:nvPr/>
        </p:nvSpPr>
        <p:spPr>
          <a:xfrm>
            <a:off x="8348472" y="2240280"/>
            <a:ext cx="530352" cy="530352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48472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015984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extension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348472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agent, in your editor.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edits you're steering line by line.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041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TWO-PHASE CLOUD ENVIRONMENT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4389120"/>
            <a:ext cx="4754880" cy="1115568"/>
          </a:xfrm>
          <a:prstGeom prst="roundRect">
            <a:avLst>
              <a:gd name="adj" fmla="val 11475"/>
            </a:avLst>
          </a:prstGeom>
          <a:solidFill>
            <a:srgbClr val="141B3A"/>
          </a:solidFill>
          <a:ln/>
        </p:spPr>
      </p:sp>
      <p:sp>
        <p:nvSpPr>
          <p:cNvPr id="46" name="Shape 44"/>
          <p:cNvSpPr/>
          <p:nvPr/>
        </p:nvSpPr>
        <p:spPr>
          <a:xfrm>
            <a:off x="777240" y="45537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77240" y="45537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SETUP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2148840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setup script runs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777240" y="4983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on  ·  Secrets available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0" y="4690872"/>
            <a:ext cx="1234440" cy="384048"/>
          </a:xfrm>
          <a:prstGeom prst="rightArrow">
            <a:avLst/>
          </a:prstGeom>
          <a:solidFill>
            <a:srgbClr val="2B366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349240" y="51389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removed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85432" y="4389120"/>
            <a:ext cx="4754880" cy="1115568"/>
          </a:xfrm>
          <a:prstGeom prst="roundRect">
            <a:avLst>
              <a:gd name="adj" fmla="val 11475"/>
            </a:avLst>
          </a:prstGeom>
          <a:solidFill>
            <a:srgbClr val="141B3A"/>
          </a:solidFill>
          <a:ln/>
        </p:spPr>
      </p:sp>
      <p:sp>
        <p:nvSpPr>
          <p:cNvPr id="53" name="Shape 51"/>
          <p:cNvSpPr/>
          <p:nvPr/>
        </p:nvSpPr>
        <p:spPr>
          <a:xfrm>
            <a:off x="7114032" y="45537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114032" y="45537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AGENT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8485632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 runs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7114032" y="4983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off by default  ·  Env vars remain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669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dependencies in setup, not in the task.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task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53461" y="223613"/>
            <a:ext cx="53954" cy="53954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02482" y="6108807"/>
            <a:ext cx="47608" cy="47608"/>
          </a:xfrm>
          <a:prstGeom prst="ellipse">
            <a:avLst/>
          </a:prstGeom>
          <a:solidFill>
            <a:srgbClr val="FFB547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28678" y="1782778"/>
            <a:ext cx="36783" cy="36783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366464" y="1107342"/>
            <a:ext cx="22597" cy="22597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48126" y="1260786"/>
            <a:ext cx="33830" cy="33830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57650" y="6192801"/>
            <a:ext cx="58878" cy="58878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520373" y="5651945"/>
            <a:ext cx="56720" cy="56720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3087" y="6393017"/>
            <a:ext cx="46414" cy="46414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088120" y="6544448"/>
            <a:ext cx="54186" cy="54186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386071" y="581617"/>
            <a:ext cx="38969" cy="38969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229694" y="1146970"/>
            <a:ext cx="19250" cy="19250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07823" y="1263253"/>
            <a:ext cx="47428" cy="47428"/>
          </a:xfrm>
          <a:prstGeom prst="ellipse">
            <a:avLst/>
          </a:prstGeom>
          <a:solidFill>
            <a:srgbClr val="C8D2E8">
              <a:alpha val="3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62283" y="276983"/>
            <a:ext cx="52259" cy="52259"/>
          </a:xfrm>
          <a:prstGeom prst="ellipse">
            <a:avLst/>
          </a:prstGeom>
          <a:solidFill>
            <a:srgbClr val="C8D2E8">
              <a:alpha val="4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229678" y="943490"/>
            <a:ext cx="35889" cy="35889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017887" y="6185860"/>
            <a:ext cx="28613" cy="28613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362982" y="465028"/>
            <a:ext cx="44756" cy="44756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58691" y="3832584"/>
            <a:ext cx="20495" cy="20495"/>
          </a:xfrm>
          <a:prstGeom prst="ellipse">
            <a:avLst/>
          </a:prstGeom>
          <a:solidFill>
            <a:srgbClr val="C8D2E8">
              <a:alpha val="39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73889" y="5630450"/>
            <a:ext cx="28956" cy="28956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47946" y="1749705"/>
            <a:ext cx="39900" cy="39900"/>
          </a:xfrm>
          <a:prstGeom prst="ellipse">
            <a:avLst/>
          </a:prstGeom>
          <a:solidFill>
            <a:srgbClr val="C8D2E8">
              <a:alpha val="2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07981" y="651995"/>
            <a:ext cx="50176" cy="50176"/>
          </a:xfrm>
          <a:prstGeom prst="ellipse">
            <a:avLst/>
          </a:prstGeom>
          <a:solidFill>
            <a:srgbClr val="FFB547">
              <a:alpha val="37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94408" y="6198959"/>
            <a:ext cx="33219" cy="33219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47558" y="6405480"/>
            <a:ext cx="57368" cy="57368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432509" y="6207788"/>
            <a:ext cx="49216" cy="49216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590937" y="296176"/>
            <a:ext cx="52596" cy="52596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838629" y="305076"/>
            <a:ext cx="34733" cy="34733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569741" y="6123242"/>
            <a:ext cx="41180" cy="41180"/>
          </a:xfrm>
          <a:prstGeom prst="ellipse">
            <a:avLst/>
          </a:prstGeom>
          <a:solidFill>
            <a:srgbClr val="FFB547">
              <a:alpha val="1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896140" y="4608883"/>
            <a:ext cx="21205" cy="21205"/>
          </a:xfrm>
          <a:prstGeom prst="ellipse">
            <a:avLst/>
          </a:prstGeom>
          <a:solidFill>
            <a:srgbClr val="C8D2E8">
              <a:alpha val="3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78122" y="6558911"/>
            <a:ext cx="29607" cy="29607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562406" y="1795146"/>
            <a:ext cx="54112" cy="54112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78027" y="6574802"/>
            <a:ext cx="41006" cy="41006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389109" y="536165"/>
            <a:ext cx="45974" cy="45974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942691" y="1174190"/>
            <a:ext cx="59392" cy="59392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MODEL LANES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first. Then pick a lane.</a:t>
            </a:r>
            <a:endParaRPr lang="en-US" sz="3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finding critically. Match the model to the task.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141B3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77240" y="21671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HUMAN SEES YOUR PR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77240" y="257860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2578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371600" y="25420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pull request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1371600" y="28437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branch, or from a cloud task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77240" y="321868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77240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1371600" y="3182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@codex review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1371600" y="34838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automatically, or by commenting it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77240" y="385876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7240" y="3858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1371600" y="382219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critically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1371600" y="41239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findings are wrong; saying so is the skill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77240" y="449884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7240" y="4498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46227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@codex fix it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4764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the findings you agree with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217920" y="2011680"/>
            <a:ext cx="5422392" cy="3200400"/>
          </a:xfrm>
          <a:prstGeom prst="roundRect">
            <a:avLst>
              <a:gd name="adj" fmla="val 4000"/>
            </a:avLst>
          </a:prstGeom>
          <a:solidFill>
            <a:srgbClr val="141B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46520" y="2167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LANES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75120" y="2834640"/>
            <a:ext cx="457200" cy="457200"/>
          </a:xfrm>
          <a:prstGeom prst="ellipse">
            <a:avLst/>
          </a:prstGeom>
          <a:solidFill>
            <a:srgbClr val="C8D2E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263640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Renames and small edits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891272" y="2734056"/>
            <a:ext cx="658368" cy="65836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80376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7580376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repository work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970264" y="2496312"/>
            <a:ext cx="1133856" cy="1133856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FFB547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25712" y="265176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897112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8897112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and real ambiguity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 rot="-1080000">
            <a:off x="10305288" y="2898648"/>
            <a:ext cx="1097280" cy="329184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570464" y="2779776"/>
            <a:ext cx="566928" cy="5669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13848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10213848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Long, multi-tool work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446520" y="4681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switch model and settings together: </a:t>
            </a:r>
            <a:pPr indent="0" marL="0">
              <a:buNone/>
            </a:pPr>
            <a:r>
              <a:rPr lang="en-US" sz="12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 -p fast</a:t>
            </a:r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Check your picker; availability changes.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54406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is blast radius. Approval is interruptions. Configure the leash once.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the fast lane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Nine Ways to Run an Agent</dc:title>
  <dc:subject>PptxGenJS Presentation</dc:subject>
  <dc:creator>Cem Macabales</dc:creator>
  <cp:lastModifiedBy>Cem Macabales</cp:lastModifiedBy>
  <cp:revision>1</cp:revision>
  <dcterms:created xsi:type="dcterms:W3CDTF">2026-09-13T14:47:13Z</dcterms:created>
  <dcterms:modified xsi:type="dcterms:W3CDTF">2026-09-13T14:47:13Z</dcterms:modified>
</cp:coreProperties>
</file>