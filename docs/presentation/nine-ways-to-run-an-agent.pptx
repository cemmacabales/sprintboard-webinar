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0:00–3:00 · Full script: docs/presentation/live-script.pdf
Open: you've run Codex, you haven't configured it. Today is the layer underneath the chat box: what the agent may touch, what it reads first, where the work runs.
Point at the four lines and read them. Everything is live, on a ChatGPT plan, no API key.
DEMO 0 (3:00–4:00): terminal tab 1, npm run test:run → 12 passed. Browser tab 1, click Backfill release checklist → blank page. 'Green tests, broken app. How much should it be allowed to touch?'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4:00–8:00, then DEMO 1 8:00–15:00
Rows: what can it touch. Columns: when it wants to cross a line, who answers. Say twice: sandbox is blast radius, approval is interruptions.
Point at the three highlighted cells: explore (read-only + never), daily default (workspace-write + on-request), unattended runs (workspace-write + never, only isolated). Point at the red cell: no brakes, 'yolo'. untrusted is deprecated; /permissions switches mid-session.
DEMO 1: codex login status. (1) codex --sandbox read-only --ask-for-approval never, ask for the fix, it can't write. (2) /permissions → 1. Ask for approval, fix + test, no prompts. (3) npm view react version → it asks, decline. (4) /permissions → 2. Approve for me, same request. Reset: git reset --hard origin/demo/needs-work.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15:00–18:00, then DEMO 2 18:00–22:00
Read before your prompt. Git root down to the folder you started in, joined root first; closer files win. Point at 'not loaded': a file below where you started isn't loaded. 'My AGENTS.md is being ignored' → check discovery first.
Point at Belongs, then Doesn't. Treat it as a prompt you refine over weeks.
DEMO 2: browser tab 2 (root AGENTS.md), tab 3 (bloated). Terminal: codex at root, paste the 'without opening any files' prompt → nothing about components. Ctrl+C, cd src/components &amp;&amp; codex, same prompt → component rules appear. Ctrl+C, cd ../..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22:00–24:00, then DEMO 3 24:00–31:00
Point at each surface. Offload work that's well specified and slow; keep work that needs your eyes, local state, or fast iteration. Chat question: what would you offload?
Point at the two phases: setup runs your script with internet and secrets; secrets removed; the agent runs with no network by default, env vars remain. Install dependencies in setup, not in the task.
DEMO 3: tab 4 → Create environment sprintboard-live (repository sprintboard-webinar, branch demo/needs-work, Node 22, setup npm ci, no secrets or variables, agent internet Off). Tab 5: Task A, then Task B. Task B fails with a network error: 'working exactly as configured.' Backup: the environment made during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31:00–32:30, then DEMO 4 32:30–35:00 (Task A decision at 32:30), then questions 35:00–40:00
Point at the left column: review before a human sees the PR; Codex follows the review rules in AGENTS.md. Read findings critically; accepting every suggestion is how you get worse code with more confidence.
Point at the planets: Luna mechanical, Terra everyday, Sol debugging, Astra long multi-tool work. Profiles switch model and settings together. Check your picker.
DEMO 4: Task A done → create PR into demo/needs-work; not done → reopen PR #8. Review posts or comment @codex review. Findings: agree or disagree using the rules. Thumbs-up only: explain the blocking rules it passes; point at the CI check. If time: cat ~/.codex/fast.config.toml, codex -p fast, the rename. Close with the leash line.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· A 40-MINUTE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88175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 </a:t>
            </a:r>
            <a:pPr algn="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the stakes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515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Ways to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an Agent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You've run Codex. You haven't configured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852160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YOU'LL LEAVE WITH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4480560"/>
            <a:ext cx="91440" cy="91440"/>
          </a:xfrm>
          <a:prstGeom prst="ellipse">
            <a:avLst/>
          </a:prstGeom>
          <a:solidFill>
            <a:srgbClr val="1F8A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4370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sandbox and approval default you can defend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4910328"/>
            <a:ext cx="91440" cy="91440"/>
          </a:xfrm>
          <a:prstGeom prst="ellipse">
            <a:avLst/>
          </a:prstGeom>
          <a:solidFill>
            <a:srgbClr val="1F8A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4800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AGENTS.md that Codex actually reads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5340096"/>
            <a:ext cx="91440" cy="91440"/>
          </a:xfrm>
          <a:prstGeom prst="ellipse">
            <a:avLst/>
          </a:prstGeom>
          <a:solidFill>
            <a:srgbClr val="1F8A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5230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rule for choosing local or cloud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9808" y="5769864"/>
            <a:ext cx="91440" cy="91440"/>
          </a:xfrm>
          <a:prstGeom prst="ellipse">
            <a:avLst/>
          </a:prstGeom>
          <a:solidFill>
            <a:srgbClr val="1F8A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5660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 habit for your own pull requests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93608" y="2167128"/>
            <a:ext cx="420624" cy="420624"/>
          </a:xfrm>
          <a:prstGeom prst="ellipse">
            <a:avLst/>
          </a:prstGeom>
          <a:ln w="15875">
            <a:solidFill>
              <a:srgbClr val="DEDC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167128"/>
            <a:ext cx="420624" cy="420624"/>
          </a:xfrm>
          <a:prstGeom prst="ellipse">
            <a:avLst/>
          </a:prstGeom>
          <a:ln w="15875">
            <a:solidFill>
              <a:srgbClr val="DEDC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30968" y="2167128"/>
            <a:ext cx="420624" cy="420624"/>
          </a:xfrm>
          <a:prstGeom prst="ellipse">
            <a:avLst/>
          </a:prstGeom>
          <a:solidFill>
            <a:srgbClr val="E3F1EA"/>
          </a:solidFill>
          <a:ln w="15875">
            <a:solidFill>
              <a:srgbClr val="1F8A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3035808"/>
            <a:ext cx="420624" cy="420624"/>
          </a:xfrm>
          <a:prstGeom prst="ellipse">
            <a:avLst/>
          </a:prstGeom>
          <a:solidFill>
            <a:srgbClr val="1F8A6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62288" y="3035808"/>
            <a:ext cx="420624" cy="420624"/>
          </a:xfrm>
          <a:prstGeom prst="ellipse">
            <a:avLst/>
          </a:prstGeom>
          <a:ln w="15875">
            <a:solidFill>
              <a:srgbClr val="DEDC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30968" y="3035808"/>
            <a:ext cx="420624" cy="420624"/>
          </a:xfrm>
          <a:prstGeom prst="ellipse">
            <a:avLst/>
          </a:prstGeom>
          <a:solidFill>
            <a:srgbClr val="E3F1EA"/>
          </a:solidFill>
          <a:ln w="15875">
            <a:solidFill>
              <a:srgbClr val="1F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3904488"/>
            <a:ext cx="420624" cy="420624"/>
          </a:xfrm>
          <a:prstGeom prst="ellipse">
            <a:avLst/>
          </a:prstGeom>
          <a:ln w="15875">
            <a:solidFill>
              <a:srgbClr val="DEDC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62288" y="3904488"/>
            <a:ext cx="420624" cy="420624"/>
          </a:xfrm>
          <a:prstGeom prst="ellipse">
            <a:avLst/>
          </a:prstGeom>
          <a:ln w="15875">
            <a:solidFill>
              <a:srgbClr val="DEDC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30968" y="3904488"/>
            <a:ext cx="420624" cy="420624"/>
          </a:xfrm>
          <a:prstGeom prst="ellipse">
            <a:avLst/>
          </a:prstGeom>
          <a:solidFill>
            <a:srgbClr val="F7E6E2"/>
          </a:solidFill>
          <a:ln w="15875">
            <a:solidFill>
              <a:srgbClr val="C045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010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× approval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× APPROVAL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combinations. Three you'll use.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is blast radius. Approval is interruptions.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88175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 </a:t>
            </a:r>
            <a:pPr algn="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sandbox and approvals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↓   APPROVAL →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on-request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answer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auto-review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agent answers · new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never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is asked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10728655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look, don't touch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10728655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1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workspace-write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inside the project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728655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29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4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danger-full-access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440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boundary at 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10728655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282696"/>
            <a:ext cx="2606040" cy="704088"/>
          </a:xfrm>
          <a:prstGeom prst="roundRect">
            <a:avLst>
              <a:gd name="adj" fmla="val 10390"/>
            </a:avLst>
          </a:prstGeom>
          <a:solidFill>
            <a:srgbClr val="E3F1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42832" y="3392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a codebase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3685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prompts, no risk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4151376"/>
            <a:ext cx="2606040" cy="704088"/>
          </a:xfrm>
          <a:prstGeom prst="roundRect">
            <a:avLst>
              <a:gd name="adj" fmla="val 10390"/>
            </a:avLst>
          </a:prstGeom>
          <a:solidFill>
            <a:srgbClr val="1F8A6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56432" y="42611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default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456432" y="4553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sane starting point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240" y="4151376"/>
            <a:ext cx="2606040" cy="704088"/>
          </a:xfrm>
          <a:prstGeom prst="roundRect">
            <a:avLst>
              <a:gd name="adj" fmla="val 10390"/>
            </a:avLst>
          </a:prstGeom>
          <a:solidFill>
            <a:srgbClr val="E3F1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42832" y="42611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Unattended runs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942832" y="4553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when isolated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78240" y="5020056"/>
            <a:ext cx="2606040" cy="704088"/>
          </a:xfrm>
          <a:prstGeom prst="roundRect">
            <a:avLst>
              <a:gd name="adj" fmla="val 10390"/>
            </a:avLst>
          </a:prstGeom>
          <a:solidFill>
            <a:srgbClr val="F7E6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42832" y="5129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brakes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942832" y="5422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to avoid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961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is deprecated: use on-request   ·   switch live with /permissions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is read before your prompt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loads it from the git root down to the folder you started in.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88175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 </a:t>
            </a:r>
            <a:pPr algn="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discovery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at root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in components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sprintboard-webinar/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300984"/>
            <a:ext cx="5897880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55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AGENTS.md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3558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355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76472"/>
            <a:ext cx="5897880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31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 src/components/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5897880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06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└─ AGENTS.md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43068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loaded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06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74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“My AGENTS.md is being ignored.”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4589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discovery before you debug the content.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86600" y="2514600"/>
            <a:ext cx="0" cy="356616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Belongs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commands: tests, lint, types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264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Conventions the code doesn't show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648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Folders to leave alone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032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“done” means here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Doesn't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4983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copy of your README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5349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whole style guide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7150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“Be careful”, with nothing to check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RUNS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Offload what's slow and well-specified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agent, three surfaces. The cloud works in two phases.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88175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 </a:t>
            </a:r>
            <a:pPr algn="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build an environment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87168"/>
            <a:ext cx="3291840" cy="0"/>
          </a:xfrm>
          <a:prstGeom prst="line">
            <a:avLst/>
          </a:prstGeom>
          <a:noFill/>
          <a:ln w="12700">
            <a:solidFill>
              <a:srgbClr val="1517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and app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Local. You watch it work.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01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work that needs your eyes or local state.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487168"/>
            <a:ext cx="3291840" cy="0"/>
          </a:xfrm>
          <a:prstGeom prst="line">
            <a:avLst/>
          </a:prstGeom>
          <a:noFill/>
          <a:ln w="25400">
            <a:solidFill>
              <a:srgbClr val="1F8A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tasks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 your machine, several at once.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401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Offload dependency bumps, test backfill, refactors.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2487168"/>
            <a:ext cx="3291840" cy="0"/>
          </a:xfrm>
          <a:prstGeom prst="line">
            <a:avLst/>
          </a:prstGeom>
          <a:noFill/>
          <a:ln w="12700">
            <a:solidFill>
              <a:srgbClr val="1517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extension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agent, in your editor.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401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edits you're steering line by line.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TWO-PHASE CLOUD ENVIRONMENT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645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983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script runs · internet on · secrets available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532120" y="4937760"/>
            <a:ext cx="914400" cy="0"/>
          </a:xfrm>
          <a:prstGeom prst="line">
            <a:avLst/>
          </a:prstGeom>
          <a:noFill/>
          <a:ln w="15875">
            <a:solidFill>
              <a:srgbClr val="A3A6B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30352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removed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7287768" y="4645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983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task runs · network off · env vars remain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760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dependencies in setup, not in the task.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MODEL LANES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first. Then pick a lane.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every finding critically. Match the model to the task.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88175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 </a:t>
            </a:r>
            <a:pPr algn="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review and the fast lane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 HUMAN SEES YOUR PR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pull request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your branch, or from a cloud task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930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@codex review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automatically, or by commenting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513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it critically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findings are wrong; saying so is the skill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0974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@codex fix it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48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for the findings you agree with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514600"/>
            <a:ext cx="0" cy="292608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LANES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0336" y="3145536"/>
            <a:ext cx="384048" cy="384048"/>
          </a:xfrm>
          <a:prstGeom prst="ellipse">
            <a:avLst/>
          </a:prstGeom>
          <a:solidFill>
            <a:srgbClr val="B6C0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840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169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Renames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edits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6760" y="3063240"/>
            <a:ext cx="548640" cy="548640"/>
          </a:xfrm>
          <a:prstGeom prst="ellipse">
            <a:avLst/>
          </a:prstGeom>
          <a:solidFill>
            <a:srgbClr val="3FB6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3840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169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work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73184" y="298094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0" y="3840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4169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ambiguity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780776" y="3099816"/>
            <a:ext cx="475488" cy="475488"/>
          </a:xfrm>
          <a:prstGeom prst="ellipse">
            <a:avLst/>
          </a:prstGeom>
          <a:solidFill>
            <a:srgbClr val="8E74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24160" y="3840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0" y="4169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multi-tool work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switch model and settings together: </a:t>
            </a:r>
            <a:pPr indent="0" marL="0">
              <a:buNone/>
            </a:pPr>
            <a:r>
              <a:rPr lang="en-US" sz="1300" dirty="0">
                <a:solidFill>
                  <a:srgbClr val="1517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-p fast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687568"/>
            <a:ext cx="10728655" cy="0"/>
          </a:xfrm>
          <a:prstGeom prst="line">
            <a:avLst/>
          </a:prstGeom>
          <a:noFill/>
          <a:ln w="9525">
            <a:solidFill>
              <a:srgbClr val="DEDC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815584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5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is blast radius. Approval is interruptions. Configure the leash once.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Nine Ways to Run an Agent</dc:title>
  <dc:subject>PptxGenJS Presentation</dc:subject>
  <dc:creator>Cem Macabales</dc:creator>
  <cp:lastModifiedBy>Cem Macabales</cp:lastModifiedBy>
  <cp:revision>1</cp:revision>
  <dcterms:created xsi:type="dcterms:W3CDTF">2026-09-13T15:37:14Z</dcterms:created>
  <dcterms:modified xsi:type="dcterms:W3CDTF">2026-09-13T15:37:14Z</dcterms:modified>
</cp:coreProperties>
</file>